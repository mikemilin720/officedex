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350a7706034d28" /><Relationship Type="http://schemas.openxmlformats.org/officeDocument/2006/relationships/extended-properties" Target="/docProps/app.xml" Id="R085475f9851d4668" /><Relationship Type="http://schemas.openxmlformats.org/officeDocument/2006/relationships/officeDocument" Target="/ppt/presentation.xml" Id="R7bdfefea807d4b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56f7a0138e462e"/>
  </p:sldMasterIdLst>
  <p:notesMasterIdLst>
    <p:notesMasterId xmlns:r="http://schemas.openxmlformats.org/officeDocument/2006/relationships" r:id="Rf500202733c243da"/>
  </p:notesMasterIdLst>
  <p:sldIdLst>
    <p:sldId xmlns:r="http://schemas.openxmlformats.org/officeDocument/2006/relationships" id="256" r:id="Rc62bb97d76114c42"/>
    <p:sldId xmlns:r="http://schemas.openxmlformats.org/officeDocument/2006/relationships" id="257" r:id="R2e7493f5a94e4ec8"/>
    <p:sldId xmlns:r="http://schemas.openxmlformats.org/officeDocument/2006/relationships" id="258" r:id="R18a5b3b2274347e3"/>
    <p:sldId xmlns:r="http://schemas.openxmlformats.org/officeDocument/2006/relationships" id="259" r:id="R33f2bee2df5246e9"/>
    <p:sldId xmlns:r="http://schemas.openxmlformats.org/officeDocument/2006/relationships" id="260" r:id="R50f08851a70e4a92"/>
    <p:sldId xmlns:r="http://schemas.openxmlformats.org/officeDocument/2006/relationships" id="261" r:id="R14cce1fb5637454b"/>
    <p:sldId xmlns:r="http://schemas.openxmlformats.org/officeDocument/2006/relationships" id="262" r:id="R08e4819fcdf64c75"/>
    <p:sldId xmlns:r="http://schemas.openxmlformats.org/officeDocument/2006/relationships" id="263" r:id="Rc8440dd5e2564062"/>
    <p:sldId xmlns:r="http://schemas.openxmlformats.org/officeDocument/2006/relationships" id="264" r:id="R80305a0b9b7e49d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19b98f20ef40dc" /><Relationship Type="http://schemas.openxmlformats.org/officeDocument/2006/relationships/slideMaster" Target="/ppt/slideMasters/slideMaster1.xml" Id="Rc956f7a0138e462e" /><Relationship Type="http://schemas.openxmlformats.org/officeDocument/2006/relationships/notesMaster" Target="/ppt/notesMasters/notesMaster1.xml" Id="Rf500202733c243da" /><Relationship Type="http://schemas.openxmlformats.org/officeDocument/2006/relationships/presProps" Target="/ppt/presProps.xml" Id="R42ffca4017574bf5" /><Relationship Type="http://schemas.openxmlformats.org/officeDocument/2006/relationships/tableStyles" Target="/ppt/tableStyles.xml" Id="R384db9a51a8d4b42" /><Relationship Type="http://schemas.openxmlformats.org/officeDocument/2006/relationships/slide" Target="/ppt/slides/slide1.xml" Id="Rc62bb97d76114c42" /><Relationship Type="http://schemas.openxmlformats.org/officeDocument/2006/relationships/slide" Target="/ppt/slides/slide2.xml" Id="R2e7493f5a94e4ec8" /><Relationship Type="http://schemas.openxmlformats.org/officeDocument/2006/relationships/slide" Target="/ppt/slides/slide3.xml" Id="R18a5b3b2274347e3" /><Relationship Type="http://schemas.openxmlformats.org/officeDocument/2006/relationships/slide" Target="/ppt/slides/slide4.xml" Id="R33f2bee2df5246e9" /><Relationship Type="http://schemas.openxmlformats.org/officeDocument/2006/relationships/slide" Target="/ppt/slides/slide5.xml" Id="R50f08851a70e4a92" /><Relationship Type="http://schemas.openxmlformats.org/officeDocument/2006/relationships/slide" Target="/ppt/slides/slide6.xml" Id="R14cce1fb5637454b" /><Relationship Type="http://schemas.openxmlformats.org/officeDocument/2006/relationships/slide" Target="/ppt/slides/slide7.xml" Id="R08e4819fcdf64c75" /><Relationship Type="http://schemas.openxmlformats.org/officeDocument/2006/relationships/slide" Target="/ppt/slides/slide8.xml" Id="Rc8440dd5e2564062" /><Relationship Type="http://schemas.openxmlformats.org/officeDocument/2006/relationships/slide" Target="/ppt/slides/slide9.xml" Id="R80305a0b9b7e49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92cfc002b241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6e3122b4c141c3" /><Relationship Type="http://schemas.openxmlformats.org/officeDocument/2006/relationships/notesMaster" Target="/ppt/notesMasters/notesMaster1.xml" Id="Rf688078909d040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ba4ba8d97c4fee" /><Relationship Type="http://schemas.openxmlformats.org/officeDocument/2006/relationships/notesMaster" Target="/ppt/notesMasters/notesMaster1.xml" Id="R446e92de7afe45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fce4071fa64a47" /><Relationship Type="http://schemas.openxmlformats.org/officeDocument/2006/relationships/notesMaster" Target="/ppt/notesMasters/notesMaster1.xml" Id="R58a88c1d908b4a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aaad378d874d63" /><Relationship Type="http://schemas.openxmlformats.org/officeDocument/2006/relationships/notesMaster" Target="/ppt/notesMasters/notesMaster1.xml" Id="Rc78fa515084c4c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2c6e60f8c848e5" /><Relationship Type="http://schemas.openxmlformats.org/officeDocument/2006/relationships/notesMaster" Target="/ppt/notesMasters/notesMaster1.xml" Id="Rad1696bc4af948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262a343af54bb3" /><Relationship Type="http://schemas.openxmlformats.org/officeDocument/2006/relationships/notesMaster" Target="/ppt/notesMasters/notesMaster1.xml" Id="R28c3498ae99b41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b9230c42324348" /><Relationship Type="http://schemas.openxmlformats.org/officeDocument/2006/relationships/notesMaster" Target="/ppt/notesMasters/notesMaster1.xml" Id="R00c5451a0c204d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0f5aa36754f4bde" /><Relationship Type="http://schemas.openxmlformats.org/officeDocument/2006/relationships/notesMaster" Target="/ppt/notesMasters/notesMaster1.xml" Id="R40d1a6cc32e442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019fef21eb47f1" /><Relationship Type="http://schemas.openxmlformats.org/officeDocument/2006/relationships/notesMaster" Target="/ppt/notesMasters/notesMaster1.xml" Id="R61115451f7c24a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11557d82494c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d5a527d0394be6" /><Relationship Type="http://schemas.openxmlformats.org/officeDocument/2006/relationships/slideLayout" Target="/ppt/slideLayouts/slideLayout1.xml" Id="Rb801e92f001042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01e92f001042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32c538f364e55" /><Relationship Type="http://schemas.openxmlformats.org/officeDocument/2006/relationships/image" Target="/ppt/media/image.png" Id="Rba67b2c6d3c447aa" /><Relationship Type="http://schemas.openxmlformats.org/officeDocument/2006/relationships/notesSlide" Target="/ppt/notesSlides/notesSlide1.xml" Id="R68a3063a6db94b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901a58a95a4a25" /><Relationship Type="http://schemas.openxmlformats.org/officeDocument/2006/relationships/notesSlide" Target="/ppt/notesSlides/notesSlide2.xml" Id="R869f1f5b4a9243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2ec67d0ba43da" /><Relationship Type="http://schemas.openxmlformats.org/officeDocument/2006/relationships/notesSlide" Target="/ppt/notesSlides/notesSlide3.xml" Id="R48397e302b5342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8f0e849d2448c" /><Relationship Type="http://schemas.openxmlformats.org/officeDocument/2006/relationships/notesSlide" Target="/ppt/notesSlides/notesSlide4.xml" Id="R0d4a2de1ba374e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b05f8c2944f8e" /><Relationship Type="http://schemas.openxmlformats.org/officeDocument/2006/relationships/notesSlide" Target="/ppt/notesSlides/notesSlide5.xml" Id="R4b654168276946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3972b12c14abc" /><Relationship Type="http://schemas.openxmlformats.org/officeDocument/2006/relationships/notesSlide" Target="/ppt/notesSlides/notesSlide6.xml" Id="R2652b8196af140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4c8c75ab242d9" /><Relationship Type="http://schemas.openxmlformats.org/officeDocument/2006/relationships/notesSlide" Target="/ppt/notesSlides/notesSlide7.xml" Id="R107d23e8a7bf48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03a6748a24bb3" /><Relationship Type="http://schemas.openxmlformats.org/officeDocument/2006/relationships/notesSlide" Target="/ppt/notesSlides/notesSlide8.xml" Id="Re94df9b4611c4a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0518ac6dc4f38" /><Relationship Type="http://schemas.openxmlformats.org/officeDocument/2006/relationships/image" Target="/ppt/media/image2.png" Id="Rc091d9a792b94105" /><Relationship Type="http://schemas.openxmlformats.org/officeDocument/2006/relationships/notesSlide" Target="/ppt/notesSlides/notesSlide9.xml" Id="R0073edb40e6542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2FF8C2-9E81-4F1A-B683-E5DCAA5F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-171450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1B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0EE7A2-4B8B-4350-AC32-21F66D29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3F4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67b2c6d3c447aa"/>
          <a:stretch xmlns:a="http://schemas.openxmlformats.org/drawingml/2006/main"/>
        </p:blipFill>
        <p:spPr>
          <a:xfrm xmlns:a="http://schemas.openxmlformats.org/drawingml/2006/main">
            <a:off x="7677150" y="1200150"/>
            <a:ext cx="2381250" cy="2381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3B01F7-AA78-45FE-80E6-5435B949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571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B31"/>
          </a:solidFill>
          <a:ln xmlns:a="http://schemas.openxmlformats.org/drawingml/2006/main" w="11430">
            <a:solidFill>
              <a:srgbClr val="BEEF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C40BA-302F-44D3-BEDA-650AF66D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52475"/>
            <a:ext cx="2266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EEFE0"/>
                </a:solidFill>
              </a:defRPr>
            </a:pPr>
            <a:r>
              <a:rPr sz="900" b="1">
                <a:solidFill>
                  <a:srgbClr val="BEEFE0"/>
                </a:solidFill>
              </a:rPr>
              <a:t>NEW MULTI-STEP PPT GENERATION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8D1783-F210-4BD4-89F7-ACCFC52D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6572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OfficeDex turns prompts into editable launch decks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7CEB7-57B3-44AE-A3D8-A885F890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FE5"/>
                </a:solidFill>
              </a:defRPr>
            </a:pPr>
            <a:r>
              <a:rPr sz="1500" b="0">
                <a:solidFill>
                  <a:srgbClr val="D8EFE5"/>
                </a:solidFill>
              </a:rPr>
              <a:t>Plan, confirm, preview, and refine a real PPTX without leaving the product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CA1CC-0247-428E-A3A9-EF3A5F77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833"/>
          </a:solidFill>
          <a:ln xmlns:a="http://schemas.openxmlformats.org/drawingml/2006/main" w="11430">
            <a:solidFill>
              <a:srgbClr val="BEEF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95CFA-8098-46B6-86AB-D8EEB9C0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EEFE0"/>
                </a:solidFill>
              </a:defRPr>
            </a:pPr>
            <a:r>
              <a:rPr sz="900" b="1">
                <a:solidFill>
                  <a:srgbClr val="BEEFE0"/>
                </a:solidFill>
              </a:rPr>
              <a:t>Build variables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2C78BF-1438-469C-8CF7-A16562F6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32435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833"/>
          </a:solidFill>
          <a:ln xmlns:a="http://schemas.openxmlformats.org/drawingml/2006/main" w="11430">
            <a:solidFill>
              <a:srgbClr val="1AAE3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B0C4B-1D6F-488F-8B9D-F757E1C6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391025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AAE39"/>
                </a:solidFill>
              </a:defRPr>
            </a:pPr>
            <a:r>
              <a:rPr sz="900" b="1">
                <a:solidFill>
                  <a:srgbClr val="1AAE39"/>
                </a:solidFill>
              </a:rPr>
              <a:t>Approve each step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661FDA-A518-4444-80C9-A298565E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2435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833"/>
          </a:solidFill>
          <a:ln xmlns:a="http://schemas.openxmlformats.org/drawingml/2006/main" w="11430">
            <a:solidFill>
              <a:srgbClr val="BEEF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EAEA0E-6960-498F-9E77-A7D1664E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391025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EEFE0"/>
                </a:solidFill>
              </a:defRPr>
            </a:pPr>
            <a:r>
              <a:rPr sz="900" b="1">
                <a:solidFill>
                  <a:srgbClr val="BEEFE0"/>
                </a:solidFill>
              </a:rPr>
              <a:t>Edit the final slide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4B26B6-38F6-452B-B61E-066D5196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BB8B2"/>
                </a:solidFill>
              </a:defRPr>
            </a:pPr>
            <a:r>
              <a:rPr sz="825" b="0">
                <a:solidFill>
                  <a:srgbClr val="9BB8B2"/>
                </a:solidFill>
              </a:rPr>
              <a:t>OfficeDex launch demo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8B44EA-FDB1-4510-B389-B585FC5A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EEFE0"/>
                </a:solidFill>
              </a:defRPr>
            </a:pPr>
            <a:r>
              <a:rPr sz="825" b="1">
                <a:solidFill>
                  <a:srgbClr val="BEEFE0"/>
                </a:solidFill>
              </a:rPr>
              <a:t>01/09</a:t>
            </a:r>
          </a:p>
        </p:txBody>
      </p:sp>
    </p:spTree>
    <p:extLst>
      <p:ext uri="{BB962C8B-B14F-4D97-AF65-F5344CB8AC3E}">
        <p14:creationId xmlns:p14="http://schemas.microsoft.com/office/powerpoint/2010/main" val="7089459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B99E77-D4C5-4462-A476-38EFBE73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MARKET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9AC03E-89E3-4133-9868-04C6BF24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524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Slide work breaks when AI stops at a draft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4DECA8-AC21-4074-A605-82943183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288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Teams need the output to be visible, editable, and trustworthy before they use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CB508-3AD3-4D8E-8B6B-CDEF8725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3143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8FACC3-CC67-486F-8039-AC07CE9E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45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76424C-ED03-42AA-B5BE-E50B2566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432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E3199-DC5B-48BC-BAA8-18B9858E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670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Blank-canvas drag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24EAA6-8EEB-4441-A00F-9F74C4F8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62350"/>
            <a:ext cx="26479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Users still spend time turning a rough outline into something presentable.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534279-7C17-46E4-B4FE-4E79B76D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57500"/>
            <a:ext cx="3143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AFF49-9D66-4285-8281-96A46A80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67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8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AD4D29-CEDF-4300-B7A7-704606F3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432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637516-E38B-4B78-AE5F-8C8EC0B0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670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Black-box generation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D64D02-F038-45FB-B3C4-5DF2869C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62350"/>
            <a:ext cx="26479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One-shot prompts hide the logic, so mistakes are hard to catch early.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B0F91-8EDA-4116-84F3-C338719A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57500"/>
            <a:ext cx="3143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F8A16-BEA2-44F9-8219-AE58725B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67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AE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5D5599-2079-4FA7-A485-E8B0BCD1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3F21DC-2CFD-45DC-8F61-E75A2E20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0670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Manual cleanup 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087F9E-C58B-469F-884C-7E8792FE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562350"/>
            <a:ext cx="26479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A generated file is only useful if the user can keep editing it immediately.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B9255-5D7C-468C-AD48-A3A9829A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14E3F-5309-4248-8D0A-B54D7BD6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02/09</a:t>
            </a:r>
          </a:p>
        </p:txBody>
      </p:sp>
    </p:spTree>
    <p:extLst>
      <p:ext uri="{BB962C8B-B14F-4D97-AF65-F5344CB8AC3E}">
        <p14:creationId xmlns:p14="http://schemas.microsoft.com/office/powerpoint/2010/main" val="13175638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6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C69330-FA85-4A29-9B31-519BBD9A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TARGET USERS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AFA99-B2C3-467C-8376-2D45F3E3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524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Start with people who ship recurring business decks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214E4-1D7E-4306-9D97-05217A74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288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The launch message should focus on speed plus control, not generic AI novelty.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85B45-4976-4F4B-AAD4-9B6349DF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914650" cy="2076450"/>
          </a:xfrm>
          <a:prstGeom xmlns:a="http://schemas.openxmlformats.org/drawingml/2006/main" prst="roundRect">
            <a:avLst>
              <a:gd name="adj" fmla="val 110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EFB603-D95F-45D3-9C18-6AF0CE09C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43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45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D42FC4-3DBC-4DEE-A4A4-C4CCF7B7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481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018"/>
                </a:solidFill>
              </a:defRPr>
            </a:pPr>
            <a:r>
              <a:rPr sz="1800" b="1">
                <a:solidFill>
                  <a:srgbClr val="132018"/>
                </a:solidFill>
              </a:rPr>
              <a:t>Operators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7161BA-7842-4240-9868-F0B2D8AC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67200"/>
            <a:ext cx="2266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Weekly business reviews, project updates, customer reports.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1CEEAB-B5A4-4688-BF7D-FA7ADA73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914650" cy="2076450"/>
          </a:xfrm>
          <a:prstGeom xmlns:a="http://schemas.openxmlformats.org/drawingml/2006/main" prst="roundRect">
            <a:avLst>
              <a:gd name="adj" fmla="val 110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C3A61-CE48-4027-9F4C-DEE488F6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143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8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93C137-91CF-4FF4-8428-B0631307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8481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018"/>
                </a:solidFill>
              </a:defRPr>
            </a:pPr>
            <a:r>
              <a:rPr sz="1800" b="1">
                <a:solidFill>
                  <a:srgbClr val="132018"/>
                </a:solidFill>
              </a:rPr>
              <a:t>Founders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8FF83-CBA8-41B1-B698-0F66568B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267200"/>
            <a:ext cx="2266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Investor updates, launch narratives, sales enablement.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2206C-89F2-4285-9FAB-04ED2609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95600"/>
            <a:ext cx="2914650" cy="2076450"/>
          </a:xfrm>
          <a:prstGeom xmlns:a="http://schemas.openxmlformats.org/drawingml/2006/main" prst="roundRect">
            <a:avLst>
              <a:gd name="adj" fmla="val 110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66452-8059-4E85-A33D-96DDA27C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AE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60E6D9-55BB-4620-B628-C798E393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481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018"/>
                </a:solidFill>
              </a:defRPr>
            </a:pPr>
            <a:r>
              <a:rPr sz="1800" b="1">
                <a:solidFill>
                  <a:srgbClr val="132018"/>
                </a:solidFill>
              </a:rPr>
              <a:t>Marketing teams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E56E52-D872-42E7-9E9E-225DB40D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67200"/>
            <a:ext cx="2266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Campaign briefs, product stories, community assets.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5F2C99-D6B3-4C9A-AB66-B547F8E6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80F063-F9C7-491F-BDA7-DD31C4BF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03/09</a:t>
            </a:r>
          </a:p>
        </p:txBody>
      </p:sp>
    </p:spTree>
    <p:extLst>
      <p:ext uri="{BB962C8B-B14F-4D97-AF65-F5344CB8AC3E}">
        <p14:creationId xmlns:p14="http://schemas.microsoft.com/office/powerpoint/2010/main" val="20146715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04BE54-FC55-4AC0-B500-29A74A5E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CD819E-9114-435B-A24E-2197AC3B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8FB91-CA8B-4178-A780-897B5E0A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39220-310A-4B7B-BE66-F0DE3D1B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D9651-7459-4570-9641-F1BD778F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EF967-CF78-4E9A-B5E8-115C39E8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A77C0-A1AD-4A30-8CAB-80F4F54C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E368A9-E777-4097-BBA8-BC028F2E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0B967-AAC7-4F6C-9563-4B506EDB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14660-A3C3-470E-94FC-EB22C478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F79FB-FFE2-4BB4-9270-8502F339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556BCE-6CF0-41E0-B96A-A5F25B5E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FB45F9-5D19-4F66-A0F6-0BC128B5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9525" cy="590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0A7C29-2801-4777-B250-C4C2AE6C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4A4DA4-6EDC-4D81-B34C-6F6BCABA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5A801-1BDA-45C6-BFCA-10B73399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4C3D2-DAAE-42EA-A5BA-99BC08D1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9FC164-4A24-4EFE-AA0A-A13DEF8D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BBC3DC-7B23-41EF-9B16-D90E38C5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3385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93E521-819F-4A2E-9A6E-09AAE17E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965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002570-0777-48D7-9042-D745B391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0545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E796C2-3077-446E-9C5C-B7D16E9E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06A9D9-D859-4E05-83C9-46F7D8D3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POSITIONING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697356-BF84-4765-A00F-AFD5BBEB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524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A workflow, not a one-shot generator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DCAFEB-BAD8-4DE4-A6D2-F678A8B2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288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OfficeDex makes the invisible steps of deck creation inspectable and repeatable.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4B166C-F86F-45BA-80A0-9EAF4670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67050"/>
            <a:ext cx="2724150" cy="1714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A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CB65A2-67F2-4C86-AC8E-6E6BE486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385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6876"/>
                </a:solidFill>
              </a:defRPr>
            </a:pPr>
            <a:r>
              <a:rPr sz="1200" b="1">
                <a:solidFill>
                  <a:srgbClr val="006876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6D7CB2-AB2B-48C2-B786-D6649900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385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018"/>
                </a:solidFill>
              </a:defRPr>
            </a:pPr>
            <a:r>
              <a:rPr sz="1650" b="1">
                <a:solidFill>
                  <a:srgbClr val="132018"/>
                </a:solidFill>
              </a:rPr>
              <a:t>Build variables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5EED96-11CC-4EAA-ADB2-B61301A4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957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8656B"/>
                </a:solidFill>
              </a:defRPr>
            </a:pPr>
            <a:r>
              <a:rPr sz="1050" b="0">
                <a:solidFill>
                  <a:srgbClr val="58656B"/>
                </a:solidFill>
              </a:rPr>
              <a:t>Topic, audience, style, and constraints become explicit.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C6DD56-2BEE-418C-AE49-F7A6948A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1475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F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F7DC85-FFE7-4D21-892A-48CDC766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67050"/>
            <a:ext cx="2724150" cy="1714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A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9B2735-03CB-4DD1-8E67-3993DF7C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2385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6876"/>
                </a:solidFill>
              </a:defRPr>
            </a:pPr>
            <a:r>
              <a:rPr sz="1200" b="1">
                <a:solidFill>
                  <a:srgbClr val="006876"/>
                </a:solidFill>
              </a:rPr>
              <a:t>02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288A24-C5F3-4330-B7EC-C2E68062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385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018"/>
                </a:solidFill>
              </a:defRPr>
            </a:pPr>
            <a:r>
              <a:rPr sz="1650" b="1">
                <a:solidFill>
                  <a:srgbClr val="132018"/>
                </a:solidFill>
              </a:rPr>
              <a:t>Confirm structure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5C1D83-14AB-4D3A-8517-6E7F41AB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0957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8656B"/>
                </a:solidFill>
              </a:defRPr>
            </a:pPr>
            <a:r>
              <a:rPr sz="1050" b="0">
                <a:solidFill>
                  <a:srgbClr val="58656B"/>
                </a:solidFill>
              </a:rPr>
              <a:t>Users approve each generation stage before the deck is assembled.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EDA9E6-F1BC-40FC-BB2A-55D649AA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1475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F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F1887B-446E-4BD7-99A4-E4943570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67050"/>
            <a:ext cx="2724150" cy="1714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A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1D46D8-EA12-4B99-8B6A-47647669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385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6876"/>
                </a:solidFill>
              </a:defRPr>
            </a:pPr>
            <a:r>
              <a:rPr sz="1200" b="1">
                <a:solidFill>
                  <a:srgbClr val="006876"/>
                </a:solidFill>
              </a:rPr>
              <a:t>03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666988-0518-4E2C-A0BA-A0392359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385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018"/>
                </a:solidFill>
              </a:defRPr>
            </a:pPr>
            <a:r>
              <a:rPr sz="1650" b="1">
                <a:solidFill>
                  <a:srgbClr val="132018"/>
                </a:solidFill>
              </a:rPr>
              <a:t>Edit precisely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4FD88ED-0C10-4EF5-ADA2-A7491D3C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957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8656B"/>
                </a:solidFill>
              </a:defRPr>
            </a:pPr>
            <a:r>
              <a:rPr sz="1050" b="0">
                <a:solidFill>
                  <a:srgbClr val="58656B"/>
                </a:solidFill>
              </a:rPr>
              <a:t>The final PPTX opens in the product with AI-assisted slide edits.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8B1214-7150-4C59-ADB0-30EE30F5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4A81651-6488-4705-972E-D890C030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04/09</a:t>
            </a:r>
          </a:p>
        </p:txBody>
      </p:sp>
    </p:spTree>
    <p:extLst>
      <p:ext uri="{BB962C8B-B14F-4D97-AF65-F5344CB8AC3E}">
        <p14:creationId xmlns:p14="http://schemas.microsoft.com/office/powerpoint/2010/main" val="11270852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D7B97D-7182-45E6-A031-DDBD9E88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LAUNCH CHANNELS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20935F-82CD-4D25-95D1-1DEDB6C0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524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Launch where productivity buyers already compare tools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C64E19-A119-497D-8FB7-DCBDFA1C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288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Use the same deterministic demo across website, X, and short-form video.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31748-4808-4F17-B643-185C95D4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19400"/>
            <a:ext cx="98298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E71BE-D4CB-4694-B0B4-525553D7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86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2018"/>
                </a:solidFill>
              </a:defRPr>
            </a:pPr>
            <a:r>
              <a:rPr sz="1500" b="1">
                <a:solidFill>
                  <a:srgbClr val="132018"/>
                </a:solidFill>
              </a:rPr>
              <a:t>Website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19B40-2770-4197-B64C-94132F1D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8656B"/>
                </a:solidFill>
              </a:defRPr>
            </a:pPr>
            <a:r>
              <a:rPr sz="1200" b="0">
                <a:solidFill>
                  <a:srgbClr val="58656B"/>
                </a:solidFill>
              </a:rPr>
              <a:t>Hero demo + direct download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99F124-F4D1-4F0B-AA9C-3396D8E0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67050"/>
            <a:ext cx="1238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0687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69F123-D267-4E53-84E6-0DAA978B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133725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Conversion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44BCC-AFB1-47C5-96C4-B380D1FB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00450"/>
            <a:ext cx="925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8AAF81-8DCF-4206-8055-D3DE9316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71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2018"/>
                </a:solidFill>
              </a:defRPr>
            </a:pPr>
            <a:r>
              <a:rPr sz="1500" b="1">
                <a:solidFill>
                  <a:srgbClr val="132018"/>
                </a:solidFill>
              </a:rPr>
              <a:t>X 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4DBEA5-8B76-4FC4-BAAB-8CEF1DCA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909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8656B"/>
                </a:solidFill>
              </a:defRPr>
            </a:pPr>
            <a:r>
              <a:rPr sz="1200" b="0">
                <a:solidFill>
                  <a:srgbClr val="58656B"/>
                </a:solidFill>
              </a:rPr>
              <a:t>75–90 sec product walkthrough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1F5221-83D1-4510-AA2E-6D726FDB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52850"/>
            <a:ext cx="1238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645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796C9-B728-4636-BA22-73514653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19525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645D4"/>
                </a:solidFill>
              </a:defRPr>
            </a:pPr>
            <a:r>
              <a:rPr sz="900" b="1">
                <a:solidFill>
                  <a:srgbClr val="5645D4"/>
                </a:solidFill>
              </a:rPr>
              <a:t>Reach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691212-42BC-49D6-A6A9-41719B56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86250"/>
            <a:ext cx="925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06C6AA-CF03-4DE0-97B4-8D9C13FF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577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2018"/>
                </a:solidFill>
              </a:defRPr>
            </a:pPr>
            <a:r>
              <a:rPr sz="1500" b="1">
                <a:solidFill>
                  <a:srgbClr val="132018"/>
                </a:solidFill>
              </a:rPr>
              <a:t>Communities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C4A70E-C432-40C2-A730-36AA5005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767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8656B"/>
                </a:solidFill>
              </a:defRPr>
            </a:pPr>
            <a:r>
              <a:rPr sz="1200" b="0">
                <a:solidFill>
                  <a:srgbClr val="58656B"/>
                </a:solidFill>
              </a:rPr>
              <a:t>Template-led examples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1E139-0EF6-482A-9E7B-9F9036D3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38650"/>
            <a:ext cx="1238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0687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9FB7E1-D251-4879-8EBD-EA188D63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505325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Trust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A72225-FF27-4C4A-AE1E-1B8F5B58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19034F-5295-4241-9C5D-71090223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05/09</a:t>
            </a:r>
          </a:p>
        </p:txBody>
      </p:sp>
    </p:spTree>
    <p:extLst>
      <p:ext uri="{BB962C8B-B14F-4D97-AF65-F5344CB8AC3E}">
        <p14:creationId xmlns:p14="http://schemas.microsoft.com/office/powerpoint/2010/main" val="1903476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7B1C43-B343-4BA0-B847-0151FB5B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EEFE0"/>
                </a:solidFill>
              </a:defRPr>
            </a:pPr>
            <a:r>
              <a:rPr sz="900" b="1">
                <a:solidFill>
                  <a:srgbClr val="BEEFE0"/>
                </a:solidFill>
              </a:rPr>
              <a:t>90-DAY LAUNCH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C177E2-B9DA-4D44-8249-D9718173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524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Turn launch proof into a repeatable funnel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21CACA-DE9C-4249-93A1-AF760F4F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288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FE5"/>
                </a:solidFill>
              </a:defRPr>
            </a:pPr>
            <a:r>
              <a:rPr sz="1350" b="0">
                <a:solidFill>
                  <a:srgbClr val="D8EFE5"/>
                </a:solidFill>
              </a:rPr>
              <a:t>This slide is intentionally visual so the demo can show a precise timeline edit.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F15AFF-8643-48B6-B676-0D91DF9F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62400"/>
            <a:ext cx="933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F3AE2-7B2B-470B-941D-A153B1F3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6766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AE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A2C73B-E8B3-4593-9868-F2D3E5F9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481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0–30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71914-739D-4AD7-9D6E-543C504F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339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Proof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6043EC-04C6-49AB-B32B-6EE4B3AF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8EFE5"/>
                </a:solidFill>
              </a:defRPr>
            </a:pPr>
            <a:r>
              <a:rPr sz="1050" b="0">
                <a:solidFill>
                  <a:srgbClr val="D8EFE5"/>
                </a:solidFill>
              </a:rPr>
              <a:t>Website, video, download funnel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A88BB-C323-4B04-9B27-2C6FC59E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6766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8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350D0-3A27-4C02-853D-76BFF6F1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481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31–60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23C1D7-9C8A-4A8C-8A13-03257E5E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339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9E174-E8E0-4795-8D00-9599F858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9339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8EFE5"/>
                </a:solidFill>
              </a:defRPr>
            </a:pPr>
            <a:r>
              <a:rPr sz="1050" b="0">
                <a:solidFill>
                  <a:srgbClr val="D8EFE5"/>
                </a:solidFill>
              </a:rPr>
              <a:t>X thread, community examples, onboarding 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CE5851-16FF-4F43-90B2-E98BAB72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766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B3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69E915-8FC9-4DFA-A281-8BF1F9E3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481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61–90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5FACD6-1E95-4936-84E8-56D91D3A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5339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A4C686-5084-4E91-9A1D-78C6A06C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339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8EFE5"/>
                </a:solidFill>
              </a:defRPr>
            </a:pPr>
            <a:r>
              <a:rPr sz="1050" b="0">
                <a:solidFill>
                  <a:srgbClr val="D8EFE5"/>
                </a:solidFill>
              </a:rPr>
              <a:t>Templates, partner content, paid conversion tests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5330A6-1028-4950-B12D-FF69C280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BB8B2"/>
                </a:solidFill>
              </a:defRPr>
            </a:pPr>
            <a:r>
              <a:rPr sz="825" b="0">
                <a:solidFill>
                  <a:srgbClr val="9BB8B2"/>
                </a:solidFill>
              </a:rPr>
              <a:t>OfficeDex launch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C26EA1-5B20-4D0C-A014-42076E34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EEFE0"/>
                </a:solidFill>
              </a:defRPr>
            </a:pPr>
            <a:r>
              <a:rPr sz="825" b="1">
                <a:solidFill>
                  <a:srgbClr val="BEEFE0"/>
                </a:solidFill>
              </a:rPr>
              <a:t>06/09</a:t>
            </a:r>
          </a:p>
        </p:txBody>
      </p:sp>
    </p:spTree>
    <p:extLst>
      <p:ext uri="{BB962C8B-B14F-4D97-AF65-F5344CB8AC3E}">
        <p14:creationId xmlns:p14="http://schemas.microsoft.com/office/powerpoint/2010/main" val="8544873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18037D-D99F-45F7-86BE-0D4CB0F0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SUCCESS METRICS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5ABAF-E440-4CDC-8BD5-75D8002F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524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Measure trust, not just traffic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CD46B-E225-4F11-A57A-11D7DB2A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288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The launch goal is proof that users can create, inspect, and keep editing a deck.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CC29B-355E-4A15-9E1F-8F0D5115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22479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E8F9F0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C3EBF6-5700-443C-9CD6-DEB9D3EC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004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6876"/>
                </a:solidFill>
              </a:defRPr>
            </a:pPr>
            <a:r>
              <a:rPr sz="1275" b="1">
                <a:solidFill>
                  <a:srgbClr val="006876"/>
                </a:solidFill>
              </a:rPr>
              <a:t>Activation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2FFFD-EE99-47C0-8440-F901A727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67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018"/>
                </a:solidFill>
              </a:defRPr>
            </a:pPr>
            <a:r>
              <a:rPr sz="1950" b="1">
                <a:solidFill>
                  <a:srgbClr val="132018"/>
                </a:solidFill>
              </a:rPr>
              <a:t>First PPTX created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7A25B-BE00-4CF2-A4BE-8B2E8C36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0055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AE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1B1AA2-0EFB-47FA-A75B-58029FC0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52750"/>
            <a:ext cx="22479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8F6FF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B644C9-B265-4321-97FC-7D829257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2004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6876"/>
                </a:solidFill>
              </a:defRPr>
            </a:pPr>
            <a:r>
              <a:rPr sz="1275" b="1">
                <a:solidFill>
                  <a:srgbClr val="006876"/>
                </a:solidFill>
              </a:rPr>
              <a:t>Preview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9485D-80B5-4B67-8A2E-D0C8B22C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638550"/>
            <a:ext cx="167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018"/>
                </a:solidFill>
              </a:defRPr>
            </a:pPr>
            <a:r>
              <a:rPr sz="1950" b="1">
                <a:solidFill>
                  <a:srgbClr val="132018"/>
                </a:solidFill>
              </a:rPr>
              <a:t>Artifact opened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DA68A8-5060-40FD-A3D4-024F22C2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400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45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FBB979-E8E5-4CD0-8D69-59984BD4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52750"/>
            <a:ext cx="22479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3FBF7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7360B2-1852-462E-9995-4D7D9881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004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6876"/>
                </a:solidFill>
              </a:defRPr>
            </a:pPr>
            <a:r>
              <a:rPr sz="1275" b="1">
                <a:solidFill>
                  <a:srgbClr val="006876"/>
                </a:solidFill>
              </a:rPr>
              <a:t>Edit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67B8BB-418A-4951-B6B1-C7C5FCAE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167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018"/>
                </a:solidFill>
              </a:defRPr>
            </a:pPr>
            <a:r>
              <a:rPr sz="1950" b="1">
                <a:solidFill>
                  <a:srgbClr val="132018"/>
                </a:solidFill>
              </a:rPr>
              <a:t>AI edit accepted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A2B42D-64C4-4A33-9E8E-A7DFEA99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00550"/>
            <a:ext cx="1581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8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7B7FA2-4024-410E-909B-FCF6FFBE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52750"/>
            <a:ext cx="22479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1A2148-1EE8-463B-931A-99983D15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2004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6876"/>
                </a:solidFill>
              </a:defRPr>
            </a:pPr>
            <a:r>
              <a:rPr sz="1275" b="1">
                <a:solidFill>
                  <a:srgbClr val="006876"/>
                </a:solidFill>
              </a:rPr>
              <a:t>Intent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7524E9-7D14-4459-8F26-4A4D4F41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38550"/>
            <a:ext cx="167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018"/>
                </a:solidFill>
              </a:defRPr>
            </a:pPr>
            <a:r>
              <a:rPr sz="1950" b="1">
                <a:solidFill>
                  <a:srgbClr val="132018"/>
                </a:solidFill>
              </a:rPr>
              <a:t>Download completed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CF8795-3F2D-4AAC-9956-1A1BB9AF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40055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AA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C58C62-774A-4D76-B5A5-B0DE4CB9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9F6519-7865-4E1F-B1FF-CE5C2BDB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07/09</a:t>
            </a:r>
          </a:p>
        </p:txBody>
      </p:sp>
    </p:spTree>
    <p:extLst>
      <p:ext uri="{BB962C8B-B14F-4D97-AF65-F5344CB8AC3E}">
        <p14:creationId xmlns:p14="http://schemas.microsoft.com/office/powerpoint/2010/main" val="19699574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C45701-42D3-4FC4-8199-B9264F8E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RISK CONTROLS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55A95-3139-42A9-8BDE-37618E9C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524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Reduce demo risk with deterministic proof 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C62F6B-9C77-4BD3-B460-51AE4852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288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The recording should show a stable path, real confirmation actions, and a polished final deck.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5069E-2D11-4B27-AE42-44B2E0F3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28950"/>
            <a:ext cx="2724150" cy="186690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0F9A3-91FD-4AA2-9EB1-D86241C8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38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AA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8B819-B660-44C3-B220-EAAC0BBD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147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AC6A36-175D-4EB7-BAD7-5D7A606D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23850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Generation delay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9AA96-4761-4E22-B23C-AD183987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33800"/>
            <a:ext cx="2228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Magic prompt and prepared flow keep the demo moving.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5ED74-54FF-4E52-AE8B-DE469569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28950"/>
            <a:ext cx="2724150" cy="186690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90A29F-12A8-4D1A-A267-AFAC4EC3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238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45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F32CC3-F533-4ABD-9925-266E1E7F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147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D8442-0492-4366-977A-BCF2D05B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3850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Unstable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ECEE3-B5B9-4BF9-A6E6-2B56256E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733800"/>
            <a:ext cx="2228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Fixed PPTX fixture avoids random visual regressions.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9444AF-E2FB-44BF-9D8B-BC9F00E4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28950"/>
            <a:ext cx="2724150" cy="186690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AD78A9-0CB6-495F-BF88-EC25BA4E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38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AE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D00375-B254-4A09-B8FA-C35834A0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A13648-4AF5-4677-834E-D8D400E2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Trust gap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F12A22-C477-4868-8482-1E02E639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33800"/>
            <a:ext cx="2228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Visible preview and edit confirmation show user control.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79C440-A9B0-447C-A187-11FB502F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58C256-B173-455F-9F21-172B7AC6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08/09</a:t>
            </a:r>
          </a:p>
        </p:txBody>
      </p:sp>
    </p:spTree>
    <p:extLst>
      <p:ext uri="{BB962C8B-B14F-4D97-AF65-F5344CB8AC3E}">
        <p14:creationId xmlns:p14="http://schemas.microsoft.com/office/powerpoint/2010/main" val="816859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D95CE2-4F55-4E73-BA68-2B05665A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333500" y="4000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3F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9F9087-9073-44D3-9866-EFEC00D3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-1714500"/>
            <a:ext cx="4572000" cy="457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1B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1d9a792b94105"/>
          <a:stretch xmlns:a="http://schemas.openxmlformats.org/drawingml/2006/main"/>
        </p:blipFill>
        <p:spPr>
          <a:xfrm xmlns:a="http://schemas.openxmlformats.org/drawingml/2006/main">
            <a:off x="838200" y="876300"/>
            <a:ext cx="1104900" cy="11049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7E5EB-E3FC-41FC-AF9C-ED784CC9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Download OfficeDex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50E197-24E1-49E1-A1BA-DFC048E8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FE5"/>
                </a:solidFill>
              </a:defRPr>
            </a:pPr>
            <a:r>
              <a:rPr sz="1650" b="0">
                <a:solidFill>
                  <a:srgbClr val="D8EFE5"/>
                </a:solidFill>
              </a:rPr>
              <a:t>Build a real launch deck, preview it, and keep editing it with 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C7F7B-A8DE-4260-906A-9EAB3EB5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43400"/>
            <a:ext cx="2667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AE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8EEA28-8AEF-4044-B239-C4CD8D81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Get OfficeDex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74C98-B804-47C5-B402-36A286F2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3905250" cy="2857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02833"/>
          </a:solidFill>
          <a:ln xmlns:a="http://schemas.openxmlformats.org/drawingml/2006/main" w="9525">
            <a:solidFill>
              <a:srgbClr val="315D6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D924C-DDCE-4C87-B7A1-4945A4F7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209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EEFE0"/>
                </a:solidFill>
              </a:defRPr>
            </a:pPr>
            <a:r>
              <a:rPr sz="1125" b="1">
                <a:solidFill>
                  <a:srgbClr val="BEEFE0"/>
                </a:solidFill>
              </a:rPr>
              <a:t>Demo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C49A9-3327-4C44-BDC1-594FF378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241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Multi-step generation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Real confirmation clicks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Editable PPTX preview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BC39F3-7B10-45B9-BC45-9EF6C455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BB8B2"/>
                </a:solidFill>
              </a:defRPr>
            </a:pPr>
            <a:r>
              <a:rPr sz="825" b="0">
                <a:solidFill>
                  <a:srgbClr val="9BB8B2"/>
                </a:solidFill>
              </a:rPr>
              <a:t>OfficeDex launch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66891D-D111-49E9-9D17-475C18CB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EEFE0"/>
                </a:solidFill>
              </a:defRPr>
            </a:pPr>
            <a:r>
              <a:rPr sz="825" b="1">
                <a:solidFill>
                  <a:srgbClr val="BEEFE0"/>
                </a:solidFill>
              </a:rPr>
              <a:t>09/09</a:t>
            </a:r>
          </a:p>
        </p:txBody>
      </p:sp>
    </p:spTree>
    <p:extLst>
      <p:ext uri="{BB962C8B-B14F-4D97-AF65-F5344CB8AC3E}">
        <p14:creationId xmlns:p14="http://schemas.microsoft.com/office/powerpoint/2010/main" val="21288326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2026-07-14T06:32:45.7870000Z</dcterms:created>
  <dcterms:modified xsi:type="dcterms:W3CDTF">2026-07-14T06:32:45.7870000Z</dcterms:modified>
</coreProperties>
</file>